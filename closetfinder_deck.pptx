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AI Stylist From Your Closet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Your existing wardrobe, curated by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114800"/>
            <a:ext cx="57881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Julia Lee  ·  Product Requirements Document  ·  March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Getting dressed is a daily decision tax — the average person spends 17 minutes choosing an outfit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834640"/>
            <a:ext cx="411480" cy="4114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Wardrobes are full, yet people feel they have 'nothing to wear' — 80% of owned clothes go unworn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4206240"/>
            <a:ext cx="411480" cy="4114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</a:rPr>
              <a:t>Shopping is reactive and uncoordinated — new purchases rarely integrate with existing wardrobe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ACC"/>
                </a:solidFill>
              </a:rPr>
              <a:t>An AI personal stylist that works with clothes you already 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3474720" cy="292608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Digitize Your Closet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Import your wardrobe automatically from retailer accounts or upload photos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920240"/>
            <a:ext cx="3474720" cy="292608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92024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AI-Generated Outfits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Context-aware looks built from your actual items — weather, occasion, calendar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920240"/>
            <a:ext cx="3474720" cy="292608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2024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Discover What's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514600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Fill closet gaps with targeted suggestions that genuinely match your 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" y="1554480"/>
            <a:ext cx="2560320" cy="329184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1645920"/>
            <a:ext cx="457200" cy="4572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Sign Up &amp; 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Create account, connect Google or Apple shopping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1554480"/>
            <a:ext cx="2560320" cy="329184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74136" y="1645920"/>
            <a:ext cx="457200" cy="4572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Build Your Closet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6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Select brands, connect retailer accounts, digitize wardrobe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161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5936" y="1554480"/>
            <a:ext cx="2560320" cy="329184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7376" y="1645920"/>
            <a:ext cx="457200" cy="4572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Get Styled by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AI generates 3–6 outfit options using weather, day, and occasion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AC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09176" y="1554480"/>
            <a:ext cx="2560320" cy="329184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0616" y="1645920"/>
            <a:ext cx="457200" cy="45720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2148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Shop the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74320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Targeted product suggestions fill missing slots with affiliate-tracked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Who We're Building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493776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Primary Consumer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The Style-Conscious Professional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Age: 25–42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Pain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Knows what she likes but not what to wear each day.
• Owns plenty but feels wardrobe is underused.
• Impulse-buys items that don't coordinate.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46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Look put-together daily with minimal effort.
• Get more value from existing wardrobe.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94960" cy="493776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B2B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Fashion Brand Product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Role: AI Product Designer Platform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Need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08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Real consumer purchase and preference data to inform product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CC"/>
                </a:solidFill>
              </a:rPr>
              <a:t>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463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Validated taxonomy, trend signals, lifestyle cohort profiles from real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Product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1737360" cy="8046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Client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188720"/>
            <a:ext cx="9144000" cy="804672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A1A2E"/>
                </a:solidFill>
              </a:rPr>
              <a:t>iOS App  |  Android App  |  Web PWA (React)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66544"/>
            <a:ext cx="1737360" cy="8046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066544"/>
            <a:ext cx="9144000" cy="804672"/>
          </a:xfrm>
          <a:prstGeom prst="rect">
            <a:avLst/>
          </a:prstGeom>
          <a:solidFill>
            <a:srgbClr val="E6F0FA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A1A2E"/>
                </a:solidFill>
              </a:rPr>
              <a:t>Auth Service  |  Closet Service  |  Outfit Agent  |  Recommendations  |  B2B Data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44368"/>
            <a:ext cx="1737360" cy="804672"/>
          </a:xfrm>
          <a:prstGeom prst="rect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&amp;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944368"/>
            <a:ext cx="9144000" cy="804672"/>
          </a:xfrm>
          <a:prstGeom prst="rect">
            <a:avLst/>
          </a:prstGeom>
          <a:solidFill>
            <a:srgbClr val="E6F0FA"/>
          </a:solidFill>
          <a:ln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A1A2E"/>
                </a:solidFill>
              </a:rPr>
              <a:t>LLM with Vision (Outfit Agent)  |  Recommendation Engine  |  Data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822192"/>
            <a:ext cx="1737360" cy="804672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External Integrations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3822192"/>
            <a:ext cx="9144000" cy="804672"/>
          </a:xfrm>
          <a:prstGeom prst="rect">
            <a:avLst/>
          </a:prstGeom>
          <a:solidFill>
            <a:srgbClr val="E6F0FA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A1A2E"/>
                </a:solidFill>
              </a:rPr>
              <a:t>Retailer OAuth APIs  |  Weather API  |  Google/Apple Calendar  |  Affiliate Networks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700016"/>
            <a:ext cx="1737360" cy="804672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700016"/>
            <a:ext cx="9144000" cy="804672"/>
          </a:xfrm>
          <a:prstGeom prst="rect">
            <a:avLst/>
          </a:prstGeom>
          <a:solidFill>
            <a:srgbClr val="E6F0FA"/>
          </a:solidFill>
          <a:ln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1A1A2E"/>
                </a:solidFill>
              </a:rPr>
              <a:t>User &amp; Closet DB  |  Product Catalog  |  B2B Data Product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AI Outfit Agent — How It Thinks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777240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23444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Contextual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7498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Weather API  ·  Day of Week  ·  Occasion  ·  Calendar Events  ·  User Style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ACC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834640"/>
            <a:ext cx="7772400" cy="128016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LLM with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91840"/>
            <a:ext cx="7498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Scans closet JSON + images  →  Applies style rules + color theory  →  Composes outfit per slot  →  Generates color palette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ACC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480560"/>
            <a:ext cx="777240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52628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Structured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937760"/>
            <a:ext cx="7498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3–6 outfit options  ·  Item IDs per slot  ·  Color palette hex array  ·  Palette name  ·  Occasion tag  ·  Natural language styling note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188720"/>
            <a:ext cx="246888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371600"/>
            <a:ext cx="2194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Session Rules
• Min 3, Max 6 options per session
• Each anchored to distinct color palette
• Regeneration without losing prior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Business Model — Three Revenue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47472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Affiliate 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Commission on product purchases made through in-app suggestion links. Deep links to retailer pages with tracking parameters.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83480"/>
            <a:ext cx="3200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Target: &gt;8% click-through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47472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B2B Data 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Structured consumer behavior data product licensed to fashion brands via AI Product Designer platform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983480"/>
            <a:ext cx="3200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Target: 5 B2B clients Year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347472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Future: Premium Subscription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Advanced features: calendar integration, style coaching, trend alerts. Out of scope for v1.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983480"/>
            <a:ext cx="320040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Note: V2 consideration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The Data Asset — AI Product Designer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Every user interaction builds a rich, consented data product. Fashion brands query real consumer behavior — not surveys.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 Collected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• Purchase history &amp; wardrobe composition
• Outfit acceptance &amp; color palette preferences
• Product click &amp; affiliate purchase behavior
• AI-inferred lifestyle attributes &amp; style archetype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B2B Schema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style_archetype  ·  price_tier  ·  color_palette_preference  ·  category_affinity  ·  product_taxonomy  ·  geo_region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5669280" cy="822960"/>
          </a:xfrm>
          <a:prstGeom prst="rect">
            <a:avLst/>
          </a:prstGeom>
          <a:solidFill>
            <a:srgbClr val="E6F5E6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GDPR &amp; CCPA compliant  ·  User opt-in required  ·  Individual data withdrawal within 72 hours  ·  Privacy dashboard in-app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Delivery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783080"/>
            <a:ext cx="5212080" cy="548640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1A1A2E"/>
                </a:solidFill>
              </a:rPr>
              <a:t>  REST API (OAuth 2.0)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468880"/>
            <a:ext cx="5212080" cy="548640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1A1A2E"/>
                </a:solidFill>
              </a:rPr>
              <a:t>  Daily batch export (JSONL / CSV)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154680"/>
            <a:ext cx="5212080" cy="548640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1A1A2E"/>
                </a:solidFill>
              </a:rPr>
              <a:t>  Nightly profile refresh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40480"/>
            <a:ext cx="5212080" cy="548640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1A1A2E"/>
                </a:solidFill>
              </a:rPr>
              <a:t>  99.5% API uptime SLA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474720" cy="347472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914400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Target style-conscious professionals 25–42 in top 5 US metros. App Store + Google Play launch. Seed with 10+ retailer API integrations covering majority of target user shopping behavior.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474720" cy="347472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914400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Grow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Influencer partnerships in fashion/lifestyle vertical. Content marketing: 'style with what you own' positioning. Referral mechanics in-app. Target: 50K MAU Year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3474720" cy="347472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914400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Monetize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Activate B2B data product at 10K+ user threshold. Launch affiliate network integrations. Expand retailer coverage internationally. Pipeline to AI Product Designer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Key Partnership Types: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074920"/>
            <a:ext cx="2468880" cy="411480"/>
          </a:xfrm>
          <a:prstGeom prst="rect">
            <a:avLst/>
          </a:prstGeom>
          <a:solidFill>
            <a:srgbClr val="D2EA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A1A2E"/>
                </a:solidFill>
              </a:rPr>
              <a:t>Retailer API Partnerships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5074920"/>
            <a:ext cx="2468880" cy="411480"/>
          </a:xfrm>
          <a:prstGeom prst="rect">
            <a:avLst/>
          </a:prstGeom>
          <a:solidFill>
            <a:srgbClr val="D2EA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A1A2E"/>
                </a:solidFill>
              </a:rPr>
              <a:t>Affiliate Networks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5074920"/>
            <a:ext cx="2468880" cy="411480"/>
          </a:xfrm>
          <a:prstGeom prst="rect">
            <a:avLst/>
          </a:prstGeom>
          <a:solidFill>
            <a:srgbClr val="D2EAFF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A1A2E"/>
                </a:solidFill>
              </a:rPr>
              <a:t>Fashion Media / Influencers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Success Metrics — Year 1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2286000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188720"/>
            <a:ext cx="5029200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3657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Monthly Active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55648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50,000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755648"/>
            <a:ext cx="5029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Validates consumer product-market 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22576"/>
            <a:ext cx="36576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9572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Wardrobe Items Digitized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322576"/>
            <a:ext cx="22860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3957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&gt;30 per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322576"/>
            <a:ext cx="50292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39572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Signals engagement depth and data 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9504"/>
            <a:ext cx="3657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6265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Outfit Sessions / 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889504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96265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&gt;3 per active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89504"/>
            <a:ext cx="5029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962656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Core engagement loop health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56432"/>
            <a:ext cx="36576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2958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Affiliate CTR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456432"/>
            <a:ext cx="22860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52958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&gt;8%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456432"/>
            <a:ext cx="50292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529584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Revenue stream viability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23360"/>
            <a:ext cx="3657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09651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B2B Data Clients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023360"/>
            <a:ext cx="2286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09651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5 clients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023360"/>
            <a:ext cx="5029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09651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B2B revenue and strategic positioning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90288"/>
            <a:ext cx="36576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66344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User Consent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4590288"/>
            <a:ext cx="22860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46634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&gt;60%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4590288"/>
            <a:ext cx="5029200" cy="566928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66344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Required for B2B product to 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474720" cy="4937760"/>
          </a:xfrm>
          <a:prstGeom prst="rect">
            <a:avLst/>
          </a:prstGeom>
          <a:solidFill>
            <a:srgbClr val="F5F5F5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474720" cy="5029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V1 —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1783080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Email + Google + Apple 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404872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3230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Retailer API wardrobe import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3026664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54096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Manual item upload with AI categorization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648456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75888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AI outfit generation (3–6 options)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270248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Weather + occasion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4892040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1947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Affiliate product suggestions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5513832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4126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B2B data pipeline (anonymized)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188720"/>
            <a:ext cx="3474720" cy="4937760"/>
          </a:xfrm>
          <a:prstGeom prst="rect">
            <a:avLst/>
          </a:prstGeom>
          <a:solidFill>
            <a:srgbClr val="F5F5F5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1188720"/>
            <a:ext cx="34747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V2 — Next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61688" y="1783080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81051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Google/Apple Calendar integration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2404872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243230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Individual data consent + Privacy 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61688" y="3026664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54096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Subscription tier with advanced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1688" y="3648456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675888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Menswear / gender-neutral taxonomy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4270248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29768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Social sharing of outfits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4892040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91947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In-app direct checkout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1188720"/>
            <a:ext cx="3474720" cy="4937760"/>
          </a:xfrm>
          <a:prstGeom prst="rect">
            <a:avLst/>
          </a:prstGeom>
          <a:solidFill>
            <a:srgbClr val="F5F5F5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1188720"/>
            <a:ext cx="3474720" cy="50292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V3 — Future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0728" y="1783080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181051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AI Product Designer platform (separate product)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0728" y="2404872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43230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Style coaching / human stylist integration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10728" y="3026664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054096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International retailer expansion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10728" y="3648456"/>
            <a:ext cx="3255264" cy="54864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3675888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Trend forecasting for B2B clients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1A2E"/>
                </a:solidFill>
              </a:rPr>
              <a:t>Open Questions &amp; Decisions 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57200" cy="5120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143000"/>
            <a:ext cx="7772400" cy="5120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143000"/>
            <a:ext cx="2560320" cy="5120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55064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078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655064"/>
            <a:ext cx="7772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700784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Which retailer API partnerships are confirmed at launch vs. requiring fallback credential flow?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655064"/>
            <a:ext cx="2560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1746504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0A0"/>
                </a:solidFill>
              </a:rPr>
              <a:t>Business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67128"/>
            <a:ext cx="4572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1284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167128"/>
            <a:ext cx="77724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212848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What is the minimum viable brand list for launch to cover majority of target user shopping behavior?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167128"/>
            <a:ext cx="256032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258568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7ACC"/>
                </a:solidFill>
              </a:rPr>
              <a:t>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79192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2491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2679192"/>
            <a:ext cx="7772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724912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Calendar integration (Google / Apple): in scope for v1 or deferred to v2?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679192"/>
            <a:ext cx="2560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770632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7ACC"/>
                </a:solidFill>
              </a:rPr>
              <a:t>Product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91256"/>
            <a:ext cx="4572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36976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191256"/>
            <a:ext cx="77724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3236976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Which affiliate network(s) will be used for product recommendation monetization?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3191256"/>
            <a:ext cx="256032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3282696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0A0"/>
                </a:solidFill>
              </a:rPr>
              <a:t>Business Development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03320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74904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703320"/>
            <a:ext cx="7772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3749040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What is the pricing model for the B2B data product? Per seat, per API call, or per cohort?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3703320"/>
            <a:ext cx="2560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15400" y="3794760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0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50A0"/>
                </a:solidFill>
              </a:rPr>
              <a:t>Business Development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15384"/>
            <a:ext cx="4572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26110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4215384"/>
            <a:ext cx="777240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4261104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GDPR data processing agreements required for each B2B client — is legal review resourced?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215384"/>
            <a:ext cx="2560320" cy="512064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15400" y="4306824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780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80078"/>
                </a:solidFill>
              </a:rPr>
              <a:t>Legal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727448"/>
            <a:ext cx="4572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773168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CC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4727448"/>
            <a:ext cx="77724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" y="4773168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Computer vision model for manual item upload: build, buy, or use existing API (e.g., Google Vision)?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4727448"/>
            <a:ext cx="25603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15400" y="4818888"/>
            <a:ext cx="2468880" cy="329184"/>
          </a:xfrm>
          <a:prstGeom prst="rect">
            <a:avLst/>
          </a:prstGeom>
          <a:solidFill>
            <a:srgbClr val="E6F0FA"/>
          </a:solidFill>
          <a:ln>
            <a:solidFill>
              <a:srgbClr val="00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6450"/>
                </a:solidFill>
              </a:rPr>
              <a:t>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AI Stylist From Your Closet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Built on the belief that the best outfit is already in your closet.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297680"/>
            <a:ext cx="487375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Julia Lee  ·  juliahwanlee@gmail.com  ·  linkedin.com/in/juliahwanlee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