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Stylist From Your Closet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Product Deck — Coming Soon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